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10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3D36A3-008B-455F-0F8B-3ED8A97CA6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16659"/>
            <a:ext cx="9144000" cy="2595319"/>
          </a:xfrm>
        </p:spPr>
        <p:txBody>
          <a:bodyPr anchor="b"/>
          <a:lstStyle>
            <a:lvl1pPr algn="ctr">
              <a:buNone/>
              <a:defRPr sz="6000">
                <a:latin typeface="KaiTi"/>
                <a:ea typeface="KaiTi"/>
                <a:cs typeface="KaiTi"/>
              </a:defRPr>
            </a:lvl1pPr>
          </a:lstStyle>
          <a:p>
            <a:r>
              <a:rPr>
                <a:latin typeface="KaiTi"/>
                <a:ea typeface="KaiTi"/>
                <a:cs typeface="KaiTi"/>
              </a:rPr>
              <a:t>报告题目</a:t>
            </a:r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3BFF02-2E39-F1B2-BD8E-B580A6DBFB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263242"/>
            <a:ext cx="9144000" cy="1378098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latin typeface="KaiTi"/>
                <a:ea typeface="KaiTi"/>
                <a:cs typeface="KaiTi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报告人姓名</a:t>
            </a:r>
          </a:p>
          <a:p>
            <a:r>
              <a:t>华科开放原子开源俱乐部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6AD721-E8A7-4636-D577-A9CECBFDFF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A3B129-E853-7E44-B4A9-F8C030231302}" type="slidenum">
              <a:t>‹#›</a:t>
            </a:fld>
            <a:endParaRPr/>
          </a:p>
        </p:txBody>
      </p:sp>
      <p:pic>
        <p:nvPicPr>
          <p:cNvPr id="1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296" y="29817"/>
            <a:ext cx="840144" cy="841845"/>
          </a:xfrm>
          <a:prstGeom prst="rect">
            <a:avLst/>
          </a:prstGeom>
        </p:spPr>
      </p:pic>
      <p:pic>
        <p:nvPicPr>
          <p:cNvPr id="13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" y="40656"/>
            <a:ext cx="1112017" cy="8418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A0639-1433-E9D6-12EA-26DBAC823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4080"/>
          </a:xfrm>
        </p:spPr>
        <p:txBody>
          <a:bodyPr/>
          <a:lstStyle>
            <a:lvl1pPr>
              <a:buNone/>
              <a:defRPr>
                <a:latin typeface="KaiTi"/>
                <a:ea typeface="KaiTi"/>
                <a:cs typeface="KaiTi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809070-60FB-0CEF-B4B1-0F58C53FD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5801"/>
            <a:ext cx="10515600" cy="5223402"/>
          </a:xfrm>
        </p:spPr>
        <p:txBody>
          <a:bodyPr/>
          <a:lstStyle>
            <a:lvl1pPr>
              <a:buNone/>
              <a:defRPr>
                <a:latin typeface="KaiTi"/>
                <a:ea typeface="KaiTi"/>
                <a:cs typeface="KaiTi"/>
              </a:defRPr>
            </a:lvl1pPr>
            <a:lvl2pPr>
              <a:buNone/>
              <a:defRPr>
                <a:latin typeface="KaiTi"/>
                <a:ea typeface="KaiTi"/>
                <a:cs typeface="KaiTi"/>
              </a:defRPr>
            </a:lvl2pPr>
            <a:lvl3pPr>
              <a:buNone/>
              <a:defRPr>
                <a:latin typeface="KaiTi"/>
                <a:ea typeface="KaiTi"/>
                <a:cs typeface="KaiTi"/>
              </a:defRPr>
            </a:lvl3pPr>
            <a:lvl4pPr>
              <a:buNone/>
              <a:defRPr>
                <a:latin typeface="KaiTi"/>
                <a:ea typeface="KaiTi"/>
                <a:cs typeface="KaiTi"/>
              </a:defRPr>
            </a:lvl4pPr>
            <a:lvl5pPr>
              <a:buNone/>
              <a:defRPr>
                <a:latin typeface="KaiTi"/>
                <a:ea typeface="KaiTi"/>
                <a:cs typeface="KaiTi"/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2D127E-872A-191C-4E29-AD24EAF8B7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A3B129-E853-7E44-B4A9-F8C030231302}" type="slidenum">
              <a:t>‹#›</a:t>
            </a:fld>
            <a:endParaRPr/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71ED4032-FF83-48B1-845A-0022B7611174}"/>
              </a:ext>
            </a:extLst>
          </p:cNvPr>
          <p:cNvSpPr>
            <a:spLocks noGrp="1"/>
          </p:cNvSpPr>
          <p:nvPr/>
        </p:nvSpPr>
        <p:spPr>
          <a:xfrm>
            <a:off x="0" y="934940"/>
            <a:ext cx="12192000" cy="0"/>
          </a:xfrm>
          <a:prstGeom prst="line">
            <a:avLst/>
          </a:prstGeom>
          <a:ln w="317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0228E9-A7F6-63B2-DC11-3C2AE3A1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61CC5E-A434-0E18-D106-6C2F9E394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666F92-0D54-2CD2-9BBA-57E5CB91C68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B129-E853-7E44-B4A9-F8C030231302}" type="slidenum">
              <a:t>‹#›</a:t>
            </a:fld>
            <a:endParaRPr/>
          </a:p>
        </p:txBody>
      </p:sp>
      <p:pic>
        <p:nvPicPr>
          <p:cNvPr id="11" name="图形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0641" y="-109329"/>
            <a:ext cx="2101481" cy="9017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aiTi"/>
          <a:ea typeface="KaiTi"/>
          <a:cs typeface="KaiTi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KaiTi"/>
          <a:ea typeface="KaiTi"/>
          <a:cs typeface="KaiTi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KaiTi"/>
          <a:ea typeface="KaiTi"/>
          <a:cs typeface="KaiTi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KaiTi"/>
          <a:ea typeface="KaiTi"/>
          <a:cs typeface="KaiTi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KaiTi"/>
          <a:ea typeface="KaiTi"/>
          <a:cs typeface="KaiTi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KaiTi"/>
          <a:ea typeface="KaiTi"/>
          <a:cs typeface="KaiTi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DFEE9-FEFA-452C-298E-21ABF4E98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2100"/>
            <a:ext cx="9144000" cy="2336800"/>
          </a:xfrm>
        </p:spPr>
        <p:txBody>
          <a:bodyPr>
            <a:normAutofit/>
          </a:bodyPr>
          <a:lstStyle/>
          <a:p>
            <a:r>
              <a:rPr sz="6600"/>
              <a:t>【项目名称】</a:t>
            </a:r>
            <a:br/>
            <a:r>
              <a:rPr sz="6600"/>
              <a:t>开源实习结项汇报</a:t>
            </a:r>
            <a:endParaRPr sz="6600" b="1">
              <a:solidFill>
                <a:schemeClr val="accent5">
                  <a:lumMod val="75000"/>
                </a:schemeClr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latin typeface="KaiTi"/>
              <a:ea typeface="KaiTi"/>
              <a:cs typeface="KaiTi"/>
            </a:endParaRPr>
          </a:p>
        </p:txBody>
      </p:sp>
    </p:spTree>
    <p:extLst>
      <p:ext uri="{BB962C8B-B14F-4D97-AF65-F5344CB8AC3E}">
        <p14:creationId xmlns:p14="http://schemas.microsoft.com/office/powerpoint/2010/main" val="39081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DE5C1-5D5A-423B-52E1-28F11184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项目目标与约定任务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B628C-9346-81CB-BA7E-21D66522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0B0AE9-E1B2-1CE4-0D96-C1CC2AB04A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99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DE5C1-5D5A-423B-52E1-28F11184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主要工作与技术方案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B628C-9346-81CB-BA7E-21D66522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0B0AE9-E1B2-1CE4-0D96-C1CC2AB04A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99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DE5C1-5D5A-423B-52E1-28F11184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任务完成情况与开源成果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B628C-9346-81CB-BA7E-21D66522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0B0AE9-E1B2-1CE4-0D96-C1CC2AB04A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995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DE5C1-5D5A-423B-52E1-28F11184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问题复盘与收获成长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B628C-9346-81CB-BA7E-21D66522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0B0AE9-E1B2-1CE4-0D96-C1CC2AB04A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99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DE5C1-5D5A-423B-52E1-28F11184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后续计划与俱乐部建议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B628C-9346-81CB-BA7E-21D66522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0B0AE9-E1B2-1CE4-0D96-C1CC2AB04A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99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7E122-963B-7B85-392E-4572B64AD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致谢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EF0C3D-0A5D-A7D0-3F26-65F85D6F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3B129-E853-7E44-B4A9-F8C030231302}" type="slidenum">
              <a:rPr kumimoji="1" lang="zh-CN" altLang="en-US" smtClean="0"/>
              <a:t>7</a:t>
            </a:fld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5B4F1C1-5EE2-0C73-AA78-59921E0FE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028" y="2642894"/>
            <a:ext cx="3135972" cy="3135972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BE42BACA-C209-3491-AA7A-A53BAA58DE06}"/>
              </a:ext>
            </a:extLst>
          </p:cNvPr>
          <p:cNvGrpSpPr/>
          <p:nvPr/>
        </p:nvGrpSpPr>
        <p:grpSpPr>
          <a:xfrm>
            <a:off x="838200" y="3773494"/>
            <a:ext cx="8217830" cy="2558671"/>
            <a:chOff x="973893" y="4489632"/>
            <a:chExt cx="7806975" cy="2219504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F1C9A32-B42C-CA77-75CD-531F2E91E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3894" y="4489632"/>
              <a:ext cx="7763367" cy="1396161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4123123-06BE-E1FE-E3CF-F1BBF54D2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3893" y="6001250"/>
              <a:ext cx="7806975" cy="707886"/>
            </a:xfrm>
            <a:prstGeom prst="rect">
              <a:avLst/>
            </a:prstGeom>
          </p:spPr>
        </p:pic>
      </p:grp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F88C5C8-7FEB-407B-40FC-86E93370C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000"/>
            <a:ext cx="10515600" cy="4795203"/>
          </a:xfrm>
        </p:spPr>
        <p:txBody>
          <a:bodyPr/>
          <a:lstStyle/>
          <a:p>
            <a:r>
              <a:rPr kumimoji="1" lang="zh-CN" altLang="en-US" dirty="0"/>
              <a:t>姓名：</a:t>
            </a:r>
            <a:r>
              <a:rPr kumimoji="1" lang="en-US" altLang="zh-CN" dirty="0"/>
              <a:t>XXX</a:t>
            </a:r>
          </a:p>
          <a:p>
            <a:r>
              <a:rPr kumimoji="1" lang="zh-CN" altLang="en-US" dirty="0"/>
              <a:t>邮箱：</a:t>
            </a:r>
            <a:r>
              <a:rPr kumimoji="1" lang="en-US" altLang="zh-CN" dirty="0"/>
              <a:t>XXX</a:t>
            </a:r>
          </a:p>
          <a:p>
            <a:r>
              <a:rPr kumimoji="1" lang="en-US" altLang="zh-CN" dirty="0" err="1"/>
              <a:t>Github</a:t>
            </a:r>
            <a:r>
              <a:rPr kumimoji="1" lang="zh-CN" altLang="en-US" dirty="0"/>
              <a:t> </a:t>
            </a:r>
            <a:r>
              <a:rPr kumimoji="1" lang="en-US" altLang="zh-CN" dirty="0"/>
              <a:t>ID:</a:t>
            </a:r>
            <a:r>
              <a:rPr kumimoji="1" lang="zh-CN" altLang="en-US" dirty="0"/>
              <a:t> </a:t>
            </a:r>
            <a:r>
              <a:rPr kumimoji="1" lang="en-US" altLang="zh-CN" dirty="0"/>
              <a:t>@XXX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8CDB08-07DB-55AB-7BAE-B4FB6E93E6EB}"/>
              </a:ext>
            </a:extLst>
          </p:cNvPr>
          <p:cNvSpPr txBox="1"/>
          <p:nvPr/>
        </p:nvSpPr>
        <p:spPr>
          <a:xfrm>
            <a:off x="9056028" y="5648464"/>
            <a:ext cx="32657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i="0" dirty="0">
                <a:solidFill>
                  <a:srgbClr val="353535"/>
                </a:solidFill>
                <a:effectLst/>
                <a:latin typeface="mp-quote"/>
              </a:rPr>
              <a:t>公众号</a:t>
            </a:r>
            <a:r>
              <a:rPr lang="zh-CN" altLang="en-US" sz="2000" b="0" i="0" dirty="0">
                <a:solidFill>
                  <a:srgbClr val="353535"/>
                </a:solidFill>
                <a:effectLst/>
                <a:latin typeface="mp-quote"/>
              </a:rPr>
              <a:t>：开源内核安全修炼</a:t>
            </a:r>
            <a:endParaRPr lang="en-US" altLang="zh-CN" sz="2000" b="0" i="0" dirty="0">
              <a:solidFill>
                <a:srgbClr val="353535"/>
              </a:solidFill>
              <a:effectLst/>
              <a:latin typeface="mp-quote"/>
            </a:endParaRPr>
          </a:p>
          <a:p>
            <a:r>
              <a:rPr lang="zh-CN" altLang="en-US" sz="2000" b="1" dirty="0">
                <a:solidFill>
                  <a:srgbClr val="353535"/>
                </a:solidFill>
                <a:latin typeface="mp-quote"/>
              </a:rPr>
              <a:t>微信号</a:t>
            </a:r>
            <a:r>
              <a:rPr lang="zh-CN" altLang="en-US" sz="2000" dirty="0">
                <a:solidFill>
                  <a:srgbClr val="353535"/>
                </a:solidFill>
                <a:latin typeface="mp-quote"/>
              </a:rPr>
              <a:t>：</a:t>
            </a:r>
            <a:r>
              <a:rPr lang="en-US" altLang="zh-CN" sz="2000" dirty="0" err="1">
                <a:solidFill>
                  <a:srgbClr val="353535"/>
                </a:solidFill>
                <a:latin typeface="mp-quote"/>
              </a:rPr>
              <a:t>kernel_sec_pratice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76171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</Words>
  <Application>Microsoft Macintosh PowerPoint</Application>
  <DocSecurity>0</DocSecurity>
  <PresentationFormat>宽屏</PresentationFormat>
  <Paragraphs>18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KaiTi</vt:lpstr>
      <vt:lpstr>mp-quote</vt:lpstr>
      <vt:lpstr>Arial</vt:lpstr>
      <vt:lpstr>Office 主题​​</vt:lpstr>
      <vt:lpstr>【项目名称】 开源实习结项汇报</vt:lpstr>
      <vt:lpstr>项目目标与约定任务</vt:lpstr>
      <vt:lpstr>主要工作与技术方案</vt:lpstr>
      <vt:lpstr>任务完成情况与开源成果</vt:lpstr>
      <vt:lpstr>问题复盘与收获成长</vt:lpstr>
      <vt:lpstr>后续计划与俱乐部建议</vt:lpstr>
      <vt:lpstr>致谢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dongliang mu</cp:lastModifiedBy>
  <cp:revision>3</cp:revision>
  <dcterms:created xsi:type="dcterms:W3CDTF">2026-09-23T09:16:55Z</dcterms:created>
  <dcterms:modified xsi:type="dcterms:W3CDTF">2026-09-23T09:21:03Z</dcterms:modified>
</cp:coreProperties>
</file>